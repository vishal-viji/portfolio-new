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0AE8-A4BC-1A41-4FAE-528165A6D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949E2-F9A6-C3D8-1F01-377443235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2992A-1E63-4258-7925-45C17E36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9ADF-E956-00A1-B7DA-C968EA0D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4F13-AC54-178D-D504-E01A5B14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62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9CB9-A6FD-4ABC-3AD3-45F13617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AD49-14AF-457A-262E-3E0B5349D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26099-08C7-22CB-E986-4E1BA1EC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6391E-5180-1297-6C55-162D2E0B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9299-D556-089F-32CD-43983603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5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BA38-71E9-69D8-C11A-236C04BF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071B1-035C-30CB-F5DA-79ECC03E2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792E4-E5DD-7EF8-F0C0-89D6B64D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49E19-4C8E-42EC-46D7-EDB5FA56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0A1E-C933-E42F-4AAE-CB0D9BD8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5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E8F6-C226-7E4D-3A33-C44372B7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3B6E4-75BD-CAE1-8E3D-06E228828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E965E-6718-B5DA-848B-70EDBACD6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E7188-447D-65FD-BA22-FD86FFA1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101D1-5C9C-A29F-1CCF-99E167B3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75799-EAAB-99FA-B230-63C37A37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01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D64F-B468-98A3-3C1C-0A96A1754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10EA9-B456-6D41-7B5D-96AC920B3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62833-2B23-9DB6-8D46-E25226A89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0803F-5A8E-AAC4-7F35-C2387D09E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471D1-D6DA-5104-F7F1-B21B4EA15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E3C68-2E7F-5D42-2188-FF1287B1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14B59-28AA-4C26-AE40-343570BD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502E0-AFAA-EB7E-A97E-CA138C8A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2B69-BFD8-FB70-60CB-741FB480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422BE-A7AE-8E3B-7705-DD966D44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82EC4-783A-2A99-F2D5-CC2BEF8B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E849A-EEA6-C404-48BD-AF046549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74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354A-B0AA-3937-B67E-14C25A28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0E045-E490-EE50-B09A-38684C55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BDE3-E920-38ED-157B-46E306C4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72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B1B5-2CE4-D33C-B5A0-17736183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63E8F-62E1-D386-1E1E-52D2C055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49167-29C9-E365-DA73-0E259255F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D0B44-05E8-4598-3AF0-6AD9D6F77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022B9-6914-6276-2B71-923E71A0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B0394-7545-ACFF-7F9C-0B33EC6E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94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4825-28F8-9B70-9FA5-23C8364A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94F1-2766-5FF4-52BC-4BB8F5A5C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7AFEF-BF8A-A0C7-E7E7-3549B405F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3CE44-7CA3-7184-5C60-A2B7ACED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608FA-5C92-FCF9-D306-5640BC54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BCF1A-F35D-4EF3-D147-F60C829F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74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1471-77B6-AAD9-169C-6BDFF6C7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64CF6-B99A-C4CC-67BA-B54576F21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81EA-B012-1172-ECEA-6B0D1279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33384-2334-722E-4714-172E2844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07B96-D989-58D9-D159-C30842CF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22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D4D2A-9292-E781-9376-AF0877221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87218-B3B5-061F-EAB7-3BADCAA6C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9CCE7-2AA9-6187-EEAC-D67B9C8D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E996C-EB6E-5B59-C712-84C7C759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8B8E-4EDD-DFC4-BE28-E3BFCC75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08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944CD-1D37-AE1A-845C-C23D7724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6D8B9-76AA-0079-2401-FE4F88059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6C7D1-4DE2-3E65-7AD6-97B9B5DAA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49C2-0778-4F88-B3CE-C4E43CA4A142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2E41F-7178-2F3C-560E-B62B371C9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05723-B7A3-68FD-1B20-4CEA78EE8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17986-A7B2-4B34-B1B2-E13F4E69E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18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1EDF-5907-8272-9EFD-C8FCAC1D3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1F885-E9AF-5044-A59F-78D86D252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A926F-DC9D-6DE1-AA1D-63B16998B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2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B926-B516-6F54-4026-FBE2EF859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CDAAC-74A2-29B0-BB1E-DF7BC4644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9892E-E881-6E0D-7889-61103593A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80739" cy="701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0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2EAC-53F2-4ED7-80FF-052215070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B1D15-A6A1-D970-EA7B-61B8C1794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B0BD1-30FE-6284-63CF-2F3224126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2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2B56-9E69-F735-DA34-DA2A5103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4B6B0-FF92-BC17-0AE6-782C0DAF3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C9917-D3C9-3E85-E9FD-236B39F54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5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B6B7-EEA5-D741-5F8D-480ED009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C8E9DA-05A2-5867-6742-02B77F18D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53838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viji</dc:creator>
  <cp:lastModifiedBy>vishal viji</cp:lastModifiedBy>
  <cp:revision>1</cp:revision>
  <dcterms:created xsi:type="dcterms:W3CDTF">2025-11-11T13:18:27Z</dcterms:created>
  <dcterms:modified xsi:type="dcterms:W3CDTF">2025-11-11T13:18:27Z</dcterms:modified>
</cp:coreProperties>
</file>